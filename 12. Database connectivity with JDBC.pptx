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-588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E66D9B-1D65-D47F-8970-37224DA80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B2229AA-7AC9-04AE-6B09-7295F56AD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351377-BACE-833A-64E3-E0BAAF30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7820858-DE95-E673-847E-C571111FE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7B4DDAB-7106-043A-BA96-DF2A1002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83488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59A942-5108-E804-BF3E-2EAB7DAE0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4D9B05-A732-C3B5-0CA9-151CF74B9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773FB6D-5252-F8BC-15CC-BAFD0F63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25F798A-DADF-959A-3709-64D11CB8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1BC3A96-64ED-D9B7-60BB-12B63D09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11542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6CBA13-21C9-FB67-D9D3-37C2F423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03C7210-57D9-5604-0807-82E9FA76C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40848FF-B077-00B5-3E64-65637AE0F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F16553C-3F13-1CFA-87F1-ECA02D09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2B07970-D23D-BF46-A14D-D05CF93A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1669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2760B4-DC76-6F72-86AE-1E27E6692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39C37D-04A9-E646-7C0F-ED2D6929AA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E280852-FD2E-1CA2-AD67-0B8E08227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C6D3F43-04EF-F2C7-51D8-423FC023E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5AD42A1-4861-6A87-E496-D7A632D8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77E4D7B-ABB0-9F59-4908-90763D97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45221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29DE0B-FEF4-193B-FD67-D9CD8B2F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08496D-27E5-B933-A24A-14520F78E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92D4EDD-0B22-DB9C-0EA0-D9D67E698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B3DDE55E-52A5-33E3-6604-529717836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0889C89-876D-7B48-941C-24D94F02F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533912D-E2CB-A158-A046-C3B71429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83D3343E-12F2-8AEF-6CBA-B9E8E42C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A412302-3CAC-1D6E-2E16-CBC3DE6C3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31748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4EAA81-9539-2D81-51D4-5570DC61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D41E6D6-6D5B-1746-FB5A-FC33977B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0E323DA-723C-6489-E752-174517AF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AA114A5-2020-F361-908A-A5E7DE54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6665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CF6E558-FDA8-E6E0-B00E-5DFDAA46F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34FF4E7-0464-9080-7689-D82E978F8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C0C4A38-0F74-07EB-91AE-46312C8EB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2697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69239D-072C-F06F-BFB4-43EC57C1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DC3BF27-ECFE-11F1-A463-49D55000E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B589EB9-B49F-893A-C2C5-D060BE445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CF6C853-532C-C007-965A-6BA326B3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5B9F2FA-ACB5-47EB-2A81-BE8B422F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5AE3014-7713-4474-4D75-3D8FF722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41259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A15CB2-ACE3-823E-EDA1-B709F1FB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C894EF1-4097-3870-888C-1A2FD642C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7C5974A-00FE-7527-22CF-EC09F0A9D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6ACFA04-882E-D420-66AB-E771FCA9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F16EA29-CAFE-8750-DF6B-4B2E5C68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582516F-AB92-C26C-E104-AB834DA4E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0397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3CA562F-BA0A-AB0E-FE72-2AC04E367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EC728F3-3409-9CC3-8596-6ACD98D6E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E1D8F05-A34B-7F64-FA29-B11552A0D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F4CFB1-5D30-C75B-8E28-86B1442B3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5E53DD8-CFC6-8402-DFB7-D4080B87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3000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B013D12-B112-4481-AD93-97F16CDB3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9365B831-5318-33A8-DDF9-DB3455F06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078BA8C-3F01-7DEE-4D4E-AE464E86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348DF14-BE0F-E659-A275-5670EA71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82FD5C-F20A-1F60-D407-87984A42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2737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BAB5559-23D3-279C-15E1-3D8A41088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0E1F5F5-7B14-113F-E139-7BBA1AA20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5D02669-D307-7A4F-DA84-50DED988B4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91416-4B91-48C0-8DE8-F893F81D3944}" type="datetimeFigureOut">
              <a:rPr lang="en-IN" smtClean="0"/>
              <a:pPr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0A0C1C-A45F-2204-397F-C4A855E77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89EBEDF-7681-7CBD-4FA5-E95E5D121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D2667-86E2-453D-B6F1-2A132834425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82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D5D4C772-5C0C-62DE-1DE1-D6108B338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85" y="329261"/>
            <a:ext cx="11235447" cy="274051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Connectivity with JDBC: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F3E73AFB-0EE1-22AF-3788-80C24F4DFA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Prepared by </a:t>
            </a:r>
          </a:p>
          <a:p>
            <a:r>
              <a:rPr lang="en-IN" dirty="0"/>
              <a:t>Dr. </a:t>
            </a:r>
            <a:r>
              <a:rPr lang="en-IN" dirty="0" smtClean="0"/>
              <a:t> </a:t>
            </a:r>
            <a:r>
              <a:rPr lang="en-IN" dirty="0" err="1" smtClean="0"/>
              <a:t>Abinash</a:t>
            </a:r>
            <a:r>
              <a:rPr lang="en-IN" dirty="0" smtClean="0"/>
              <a:t> </a:t>
            </a:r>
            <a:r>
              <a:rPr lang="en-IN" dirty="0"/>
              <a:t>Tripathy</a:t>
            </a:r>
          </a:p>
          <a:p>
            <a:r>
              <a:rPr lang="en-IN" dirty="0"/>
              <a:t>School of Computer Application</a:t>
            </a:r>
          </a:p>
          <a:p>
            <a:r>
              <a:rPr lang="en-IN" dirty="0"/>
              <a:t>KIIT Deemed to be University, Bhubaneswar</a:t>
            </a:r>
          </a:p>
        </p:txBody>
      </p:sp>
    </p:spTree>
    <p:extLst>
      <p:ext uri="{BB962C8B-B14F-4D97-AF65-F5344CB8AC3E}">
        <p14:creationId xmlns:p14="http://schemas.microsoft.com/office/powerpoint/2010/main" xmlns="" val="384227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A80010-DA1A-A86E-EF2E-E1DB4B0E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434"/>
            <a:ext cx="10515600" cy="63682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Java JDBC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282F10-8ACB-2122-1BA0-ED432DFFE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6307"/>
            <a:ext cx="10515600" cy="553503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stands for Java Database Connectivity. JDBC is a Java API to connect and execute the query with the database.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part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(Java Standard Edition).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JDBC API uses JDBC drivers to connect with the database. There are four types of JDBC drivers: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JDBC-ODBC Bridge Driver,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Native Driver,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Network Protocol Driver, and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Thin Driver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JDBC, ODBC API was the database API to connect and execute the query with the database. But, ODBC API uses ODBC driver which is written in C language (i.e. platform dependent and unsecured). That is why Java has defined its own API (JDBC API) that uses JDBC drivers (written in Java language).</a:t>
            </a:r>
          </a:p>
          <a:p>
            <a:pPr algn="just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JDBC API to handle database using Java program and can perform the following activities:</a:t>
            </a:r>
          </a:p>
          <a:p>
            <a:pPr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the database</a:t>
            </a:r>
          </a:p>
          <a:p>
            <a:pPr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queries and update statements to the database</a:t>
            </a:r>
          </a:p>
          <a:p>
            <a:pPr lvl="1" algn="just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the result received from the database.</a:t>
            </a:r>
          </a:p>
          <a:p>
            <a:pPr marL="87313" lvl="1" indent="-87313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067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787090-6CD1-1E43-6B0B-CC46D5104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576"/>
            <a:ext cx="10515600" cy="539547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JDBC-ODBC bridge driver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CB94B2-F4DE-5926-7611-464F3786C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871"/>
            <a:ext cx="10515600" cy="119967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JDBC-ODBC bridge driver uses ODBC driver to connect to the database.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JDBC-ODBC bridge driver converts JDBC method calls into the ODBC function calls.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now discouraged because of thin driver.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does not support the JDBC-ODBC Bridge from Java 8. Oracle recommends that you use JDBC drivers provided by the vendor of your database instead of the JDBC-ODBC Bridge.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D5C1C82-E7FC-B564-F86C-7F37CE6C2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691" y="3200400"/>
            <a:ext cx="7134225" cy="338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2085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7E7D92-7151-3FFE-4B36-DDD4B7A7B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572"/>
            <a:ext cx="10515600" cy="656279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Native-API driver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7E6905-24BC-197E-3D44-7432646F2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144"/>
            <a:ext cx="10515600" cy="1345592"/>
          </a:xfrm>
        </p:spPr>
        <p:txBody>
          <a:bodyPr>
            <a:normAutofit/>
          </a:bodyPr>
          <a:lstStyle/>
          <a:p>
            <a:r>
              <a:rPr lang="en-US" sz="2400" dirty="0"/>
              <a:t>The Native API driver uses the client-side libraries of the database.</a:t>
            </a:r>
          </a:p>
          <a:p>
            <a:r>
              <a:rPr lang="en-US" sz="2400" dirty="0"/>
              <a:t> The driver converts JDBC method calls into native calls of the database API. </a:t>
            </a:r>
          </a:p>
          <a:p>
            <a:r>
              <a:rPr lang="en-US" sz="2400" dirty="0"/>
              <a:t>It is not written entirely in java.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5AB8516-502C-C196-5C39-EA8B6E0E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514" y="2847029"/>
            <a:ext cx="55054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362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95316D-DE6C-CE31-FF5F-7B16D44AE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845"/>
            <a:ext cx="10515600" cy="62709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Network Protocol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5BE1824-602B-6B01-F54E-91B70C457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8774"/>
            <a:ext cx="10515600" cy="1258043"/>
          </a:xfrm>
        </p:spPr>
        <p:txBody>
          <a:bodyPr>
            <a:normAutofit/>
          </a:bodyPr>
          <a:lstStyle/>
          <a:p>
            <a:r>
              <a:rPr lang="en-US" sz="2400" dirty="0"/>
              <a:t>The Network Protocol driver uses middleware (application server) that converts JDBC calls directly or indirectly into the vendor-specific database protocol. </a:t>
            </a:r>
          </a:p>
          <a:p>
            <a:r>
              <a:rPr lang="en-US" sz="2400" dirty="0"/>
              <a:t>It is fully written in java.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A54B2392-CF95-1A9A-B89A-7145EA4B9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796" y="2467650"/>
            <a:ext cx="63436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2150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7D554D-13EB-9514-1F8A-F8238009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116"/>
            <a:ext cx="10515600" cy="65627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Thin 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CEDFF7-4FA5-64E5-1FF0-824759E14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7684"/>
            <a:ext cx="10515600" cy="116076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thin driver converts JDBC calls directly into the vendor-specific database protocol.</a:t>
            </a:r>
          </a:p>
          <a:p>
            <a:r>
              <a:rPr lang="en-US" sz="2400" dirty="0"/>
              <a:t> That is why it is known as thin driver. It is fully written in Java language. 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B9A0C7A-2F6E-3091-AB52-6F007E42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55" y="2198451"/>
            <a:ext cx="48768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5556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F16DDA-F1F3-0D4C-CCE8-0FBB6FCD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118"/>
            <a:ext cx="10515600" cy="636824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Java Database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AEA7C2-00F4-371C-E8CA-1CC127DBB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en-US" dirty="0"/>
              <a:t>There are 5 steps to connect any java application with the database using JDBC. These steps are as follows:</a:t>
            </a:r>
          </a:p>
          <a:p>
            <a:pPr lvl="1"/>
            <a:r>
              <a:rPr lang="en-US" dirty="0"/>
              <a:t>    Register the Driver class</a:t>
            </a:r>
          </a:p>
          <a:p>
            <a:pPr lvl="1"/>
            <a:r>
              <a:rPr lang="en-US" dirty="0"/>
              <a:t>    Create connection</a:t>
            </a:r>
          </a:p>
          <a:p>
            <a:pPr lvl="1"/>
            <a:r>
              <a:rPr lang="en-US" dirty="0"/>
              <a:t>    Create statement</a:t>
            </a:r>
          </a:p>
          <a:p>
            <a:pPr lvl="1"/>
            <a:r>
              <a:rPr lang="en-US" dirty="0"/>
              <a:t>    Execute queries</a:t>
            </a:r>
          </a:p>
          <a:p>
            <a:pPr lvl="1"/>
            <a:r>
              <a:rPr lang="en-US" dirty="0"/>
              <a:t>    Close connection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6705955-7032-076F-A318-FC9FE84E9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955" y="2146368"/>
            <a:ext cx="37338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6768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DB93A6-8C9E-E328-326B-53ACCCD1C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192"/>
            <a:ext cx="10515600" cy="616733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the driver class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forName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used to register the driver class.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is used to dynamically load the driver class.</a:t>
            </a:r>
          </a:p>
          <a:p>
            <a:pPr marL="0" indent="0" algn="ctr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of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forName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pPr marL="0" indent="0" algn="ctr">
              <a:buNone/>
            </a:pP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 static void </a:t>
            </a:r>
            <a:r>
              <a:rPr lang="en-US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forName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(String </a:t>
            </a:r>
            <a:r>
              <a:rPr lang="en-US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className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)throws </a:t>
            </a:r>
            <a:r>
              <a:rPr lang="en-US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ClassNotFoundException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marL="0" indent="0" algn="ctr">
              <a:buNone/>
            </a:pPr>
            <a:endParaRPr lang="en-US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Register the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OracleDriver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Java program is loading oracle driver to establish database connection.</a:t>
            </a:r>
          </a:p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 algn="ctr">
              <a:buNone/>
            </a:pPr>
            <a:r>
              <a:rPr lang="en-IN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Class.forName</a:t>
            </a:r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oracle.jdbc.driver.OracleDriver</a:t>
            </a:r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");  </a:t>
            </a:r>
          </a:p>
          <a:p>
            <a:pPr marL="0" indent="0">
              <a:buNone/>
            </a:pPr>
            <a:endParaRPr lang="en-IN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Create the Statement object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createStatement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 of Connection interface is used to create statement.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 of statement is responsible to execute queries with the database</a:t>
            </a:r>
            <a:r>
              <a:rPr lang="en-US" sz="1100" dirty="0"/>
              <a:t>. </a:t>
            </a:r>
          </a:p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 Statement </a:t>
            </a:r>
            <a:r>
              <a:rPr lang="en-US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createStatement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()throws </a:t>
            </a:r>
            <a:r>
              <a:rPr lang="en-US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SQLException</a:t>
            </a:r>
            <a:endParaRPr lang="en-US" sz="16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  <a:p>
            <a:pPr marL="0" indent="0" algn="ctr">
              <a:buNone/>
            </a:pPr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Statement </a:t>
            </a:r>
            <a:r>
              <a:rPr lang="en-IN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stmt</a:t>
            </a:r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6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con.createStatement</a:t>
            </a:r>
            <a:r>
              <a:rPr lang="en-IN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(); </a:t>
            </a:r>
          </a:p>
        </p:txBody>
      </p:sp>
    </p:spTree>
    <p:extLst>
      <p:ext uri="{BB962C8B-B14F-4D97-AF65-F5344CB8AC3E}">
        <p14:creationId xmlns:p14="http://schemas.microsoft.com/office/powerpoint/2010/main" xmlns="" val="885872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7EE3FCBA-FC1E-D08B-96A4-54C5342FC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021" y="492935"/>
            <a:ext cx="10515600" cy="6014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Execute the query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executeQuery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method of Statement interface is used to execute queries to the database.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returns the object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be used to get all the records of a table. 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 algn="ctr">
              <a:buNone/>
            </a:pPr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 </a:t>
            </a:r>
            <a:r>
              <a:rPr lang="en-US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executeQuery</a:t>
            </a:r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(String </a:t>
            </a:r>
            <a:r>
              <a:rPr lang="en-US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)throws </a:t>
            </a:r>
            <a:r>
              <a:rPr lang="en-US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SQLException</a:t>
            </a:r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</a:p>
          <a:p>
            <a:pPr marL="0" indent="0"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 algn="ctr">
              <a:buNone/>
            </a:pPr>
            <a:r>
              <a:rPr lang="en-IN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stmt.executeQuery</a:t>
            </a: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("select * from emp");  </a:t>
            </a:r>
          </a:p>
          <a:p>
            <a:pPr marL="0" indent="0" algn="ctr">
              <a:buNone/>
            </a:pP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  while(</a:t>
            </a:r>
            <a:r>
              <a:rPr lang="en-IN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rs.next</a:t>
            </a: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()){  </a:t>
            </a:r>
          </a:p>
          <a:p>
            <a:pPr marL="0" indent="0" algn="ctr">
              <a:buNone/>
            </a:pPr>
            <a:r>
              <a:rPr lang="en-IN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rs.getInt</a:t>
            </a: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(1)+" "+</a:t>
            </a:r>
            <a:r>
              <a:rPr lang="en-IN" sz="14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rs.getString</a:t>
            </a:r>
            <a:r>
              <a:rPr lang="en-IN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(2)); }</a:t>
            </a:r>
            <a:endParaRPr lang="en-IN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Closing the connection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closing connection object statement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closed automatically.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close() method of Connection interface is used to close the connection. </a:t>
            </a:r>
          </a:p>
          <a:p>
            <a:pPr marL="0" indent="0"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 algn="ctr">
              <a:buNone/>
            </a:pPr>
            <a:r>
              <a:rPr lang="en-US" sz="1400" b="1" dirty="0">
                <a:highlight>
                  <a:srgbClr val="FFFF00"/>
                </a:highlight>
              </a:rPr>
              <a:t>public void close()throws </a:t>
            </a:r>
            <a:r>
              <a:rPr lang="en-US" sz="1400" b="1" dirty="0" err="1">
                <a:highlight>
                  <a:srgbClr val="FFFF00"/>
                </a:highlight>
              </a:rPr>
              <a:t>SQLException</a:t>
            </a:r>
            <a:r>
              <a:rPr lang="en-US" sz="1400" b="1" dirty="0">
                <a:highlight>
                  <a:srgbClr val="FFFF00"/>
                </a:highlight>
              </a:rPr>
              <a:t>  </a:t>
            </a:r>
          </a:p>
          <a:p>
            <a:pPr marL="0" indent="0"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marL="0" indent="0" algn="ctr">
              <a:buNone/>
            </a:pPr>
            <a:r>
              <a:rPr lang="en-IN" sz="1400" b="1" dirty="0" err="1">
                <a:highlight>
                  <a:srgbClr val="FFFF00"/>
                </a:highlight>
              </a:rPr>
              <a:t>con.close</a:t>
            </a:r>
            <a:r>
              <a:rPr lang="en-IN" sz="1400" b="1" dirty="0">
                <a:highlight>
                  <a:srgbClr val="FFFF00"/>
                </a:highlight>
              </a:rPr>
              <a:t>(); </a:t>
            </a:r>
            <a:endParaRPr lang="en-IN" sz="20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5754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BB979F-5D24-59A6-8360-3C296533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7576"/>
            <a:ext cx="10515600" cy="53954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Java Database Connectivity with Oracle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C96BE4-AF0A-21C1-783D-41BF2FDDC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3872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connect java application with the oracle database, we need to follow 5 following steps. In this example, we are using Oracle 10g as the database. So we need to know following information for the oracle database:</a:t>
            </a:r>
          </a:p>
          <a:p>
            <a:pPr marL="514350" indent="20638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class: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driver class for the oracle database is 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oracle.jdbc.driver.OracleDriver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14350" indent="20638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URL: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connection URL for the oracle10G database is </a:t>
            </a:r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jdbc:oracle:thin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:@localhost:1521:xe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</a:p>
          <a:p>
            <a:pPr marL="857250" indent="-342900" algn="just"/>
            <a:r>
              <a:rPr lang="en-US" sz="2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jdbc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is the 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857250" indent="-342900" algn="just"/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oracle is the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857250" indent="-342900" algn="just"/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thin is the driver, </a:t>
            </a:r>
          </a:p>
          <a:p>
            <a:pPr marL="857250" indent="-342900" algn="just"/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localhost is the server name on which oracle is running, we may also use IP address, 1521 is the port number and XE is the Oracle service name. </a:t>
            </a:r>
          </a:p>
          <a:p>
            <a:pPr marL="51435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Username: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default username for the oracle database is </a:t>
            </a:r>
            <a:r>
              <a:rPr 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</a:p>
          <a:p>
            <a:pPr marL="971550" indent="-457200" algn="just">
              <a:buAutoNum type="arabicPeriod" startAt="4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password given by the user at the time of installing the oracle database.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indent="-457200" algn="just">
              <a:buAutoNum type="arabicPeriod" startAt="4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table: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establishing connection, we have to create a table in oracle database.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87457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A34B61-439C-D5E8-1371-DB2FF1BB2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121"/>
            <a:ext cx="10515600" cy="59791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Statement 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32C376-011A-8B43-B5F7-125E8C188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749" y="1115506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interface provides methods to execute queries with the database.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statement interface is a factory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i.e. it provides factory method to get the object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important methods of Statement interface are as follows:</a:t>
            </a:r>
          </a:p>
          <a:p>
            <a:pPr marL="0" indent="0" algn="just">
              <a:lnSpc>
                <a:spcPct val="134000"/>
              </a:lnSpc>
              <a:spcBef>
                <a:spcPts val="120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executeQuery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execute SELECT query. It returns the object of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ResultSet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34000"/>
              </a:lnSpc>
              <a:spcBef>
                <a:spcPts val="120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 int </a:t>
            </a:r>
            <a:r>
              <a:rPr lang="en-US" sz="2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executeUpdate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US" sz="2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execute specified query, it may be create, drop, insert, update, delete etc.</a:t>
            </a:r>
          </a:p>
          <a:p>
            <a:pPr marL="0" indent="0" algn="just">
              <a:lnSpc>
                <a:spcPct val="134000"/>
              </a:lnSpc>
              <a:spcBef>
                <a:spcPts val="1200"/>
              </a:spcBef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 </a:t>
            </a:r>
            <a:r>
              <a:rPr lang="en-US" sz="2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execute(String </a:t>
            </a:r>
            <a:r>
              <a:rPr lang="en-US" sz="22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execute queries that may return multiple results.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5963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F711443-AED6-D603-6E31-8EA167781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651" y="385931"/>
            <a:ext cx="10515600" cy="625746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we are connecting to an Oracle database and getting data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table. Here,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username and password of the Oracle database.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AE2BD20-7960-809B-C129-1E0B075EE061}"/>
              </a:ext>
            </a:extLst>
          </p:cNvPr>
          <p:cNvSpPr txBox="1"/>
          <p:nvPr/>
        </p:nvSpPr>
        <p:spPr>
          <a:xfrm>
            <a:off x="925749" y="1011677"/>
            <a:ext cx="5932251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import </a:t>
            </a:r>
            <a:r>
              <a:rPr lang="en-IN" sz="1400" dirty="0" err="1"/>
              <a:t>java.sql</a:t>
            </a:r>
            <a:r>
              <a:rPr lang="en-IN" sz="1400" dirty="0"/>
              <a:t>.*;  </a:t>
            </a:r>
          </a:p>
          <a:p>
            <a:r>
              <a:rPr lang="en-IN" sz="1400" dirty="0"/>
              <a:t>    class </a:t>
            </a:r>
            <a:r>
              <a:rPr lang="en-IN" sz="1400" dirty="0" err="1"/>
              <a:t>OracleCon</a:t>
            </a:r>
            <a:r>
              <a:rPr lang="en-IN" sz="1400" dirty="0"/>
              <a:t>{  </a:t>
            </a:r>
          </a:p>
          <a:p>
            <a:r>
              <a:rPr lang="en-IN" sz="1400" dirty="0"/>
              <a:t>    public static void main(String </a:t>
            </a:r>
            <a:r>
              <a:rPr lang="en-IN" sz="1400" dirty="0" err="1"/>
              <a:t>args</a:t>
            </a:r>
            <a:r>
              <a:rPr lang="en-IN" sz="1400" dirty="0"/>
              <a:t>[]){  </a:t>
            </a:r>
          </a:p>
          <a:p>
            <a:r>
              <a:rPr lang="en-IN" sz="1400" dirty="0"/>
              <a:t>    try{  </a:t>
            </a:r>
          </a:p>
          <a:p>
            <a:r>
              <a:rPr lang="en-IN" sz="1400" dirty="0"/>
              <a:t>    //step1 load the driver class  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Class.forName</a:t>
            </a:r>
            <a:r>
              <a:rPr lang="en-IN" sz="1400" dirty="0"/>
              <a:t>("</a:t>
            </a:r>
            <a:r>
              <a:rPr lang="en-IN" sz="1400" dirty="0" err="1"/>
              <a:t>oracle.jdbc.driver.OracleDriver</a:t>
            </a:r>
            <a:r>
              <a:rPr lang="en-IN" sz="1400" dirty="0"/>
              <a:t>");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//step2 create  the connection object  </a:t>
            </a:r>
          </a:p>
          <a:p>
            <a:r>
              <a:rPr lang="en-IN" sz="1400" dirty="0"/>
              <a:t>    Connection con=</a:t>
            </a:r>
            <a:r>
              <a:rPr lang="en-IN" sz="1400" dirty="0" err="1"/>
              <a:t>DriverManager.getConnection</a:t>
            </a:r>
            <a:r>
              <a:rPr lang="en-IN" sz="1400" dirty="0"/>
              <a:t>(  </a:t>
            </a:r>
          </a:p>
          <a:p>
            <a:r>
              <a:rPr lang="en-IN" sz="1400" dirty="0"/>
              <a:t>    "</a:t>
            </a:r>
            <a:r>
              <a:rPr lang="en-IN" sz="1400" dirty="0" err="1"/>
              <a:t>jdbc:oracle:thin</a:t>
            </a:r>
            <a:r>
              <a:rPr lang="en-IN" sz="1400" dirty="0"/>
              <a:t>:@localhost:1521:xe","system","system");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//step3 create the statement object  </a:t>
            </a:r>
          </a:p>
          <a:p>
            <a:r>
              <a:rPr lang="en-IN" sz="1400" dirty="0"/>
              <a:t>    Statement </a:t>
            </a:r>
            <a:r>
              <a:rPr lang="en-IN" sz="1400" dirty="0" err="1"/>
              <a:t>stmt</a:t>
            </a:r>
            <a:r>
              <a:rPr lang="en-IN" sz="1400" dirty="0"/>
              <a:t>=</a:t>
            </a:r>
            <a:r>
              <a:rPr lang="en-IN" sz="1400" dirty="0" err="1"/>
              <a:t>con.createStatement</a:t>
            </a:r>
            <a:r>
              <a:rPr lang="en-IN" sz="1400" dirty="0"/>
              <a:t>();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//step4 execute query  </a:t>
            </a:r>
          </a:p>
          <a:p>
            <a:r>
              <a:rPr lang="en-IN" sz="1400" dirty="0"/>
              <a:t>    </a:t>
            </a:r>
            <a:r>
              <a:rPr lang="en-IN" sz="1400" dirty="0" err="1">
                <a:highlight>
                  <a:srgbClr val="FFFF00"/>
                </a:highlight>
              </a:rPr>
              <a:t>ResultSet</a:t>
            </a:r>
            <a:r>
              <a:rPr lang="en-IN" sz="1400" dirty="0">
                <a:highlight>
                  <a:srgbClr val="FFFF00"/>
                </a:highlight>
              </a:rPr>
              <a:t> </a:t>
            </a:r>
            <a:r>
              <a:rPr lang="en-IN" sz="1400" dirty="0" err="1">
                <a:highlight>
                  <a:srgbClr val="FFFF00"/>
                </a:highlight>
              </a:rPr>
              <a:t>rs</a:t>
            </a:r>
            <a:r>
              <a:rPr lang="en-IN" sz="1400" dirty="0">
                <a:highlight>
                  <a:srgbClr val="FFFF00"/>
                </a:highlight>
              </a:rPr>
              <a:t>=</a:t>
            </a:r>
            <a:r>
              <a:rPr lang="en-IN" sz="1400" dirty="0" err="1">
                <a:highlight>
                  <a:srgbClr val="FFFF00"/>
                </a:highlight>
              </a:rPr>
              <a:t>stmt.executeQuery</a:t>
            </a:r>
            <a:r>
              <a:rPr lang="en-IN" sz="1400" dirty="0">
                <a:highlight>
                  <a:srgbClr val="FFFF00"/>
                </a:highlight>
              </a:rPr>
              <a:t>("select * from employees");  </a:t>
            </a:r>
          </a:p>
          <a:p>
            <a:r>
              <a:rPr lang="en-IN" sz="1400" dirty="0"/>
              <a:t>    while(</a:t>
            </a:r>
            <a:r>
              <a:rPr lang="en-IN" sz="1400" dirty="0" err="1"/>
              <a:t>rs.next</a:t>
            </a:r>
            <a:r>
              <a:rPr lang="en-IN" sz="1400" dirty="0"/>
              <a:t>())  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</a:t>
            </a:r>
            <a:r>
              <a:rPr lang="en-IN" sz="1400" dirty="0" err="1"/>
              <a:t>rs.getInt</a:t>
            </a:r>
            <a:r>
              <a:rPr lang="en-IN" sz="1400" dirty="0"/>
              <a:t>(1)+"  "+</a:t>
            </a:r>
            <a:r>
              <a:rPr lang="en-IN" sz="1400" dirty="0" err="1"/>
              <a:t>rs.getString</a:t>
            </a:r>
            <a:r>
              <a:rPr lang="en-IN" sz="1400" dirty="0"/>
              <a:t>(2)+"  "+</a:t>
            </a:r>
            <a:r>
              <a:rPr lang="en-IN" sz="1400" dirty="0" err="1"/>
              <a:t>rs.getString</a:t>
            </a:r>
            <a:r>
              <a:rPr lang="en-IN" sz="1400" dirty="0"/>
              <a:t>(3));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//step5 close the connection object  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con.close</a:t>
            </a:r>
            <a:r>
              <a:rPr lang="en-IN" sz="1400" dirty="0"/>
              <a:t>();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}catch(Exception e){ </a:t>
            </a:r>
            <a:r>
              <a:rPr lang="en-IN" sz="1400" dirty="0" err="1"/>
              <a:t>System.out.println</a:t>
            </a:r>
            <a:r>
              <a:rPr lang="en-IN" sz="1400" dirty="0"/>
              <a:t>(e);}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}  </a:t>
            </a:r>
          </a:p>
          <a:p>
            <a:r>
              <a:rPr lang="en-IN" sz="1400" dirty="0"/>
              <a:t>    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0B7F228-B196-C5C2-BDB0-734FA9B3877F}"/>
              </a:ext>
            </a:extLst>
          </p:cNvPr>
          <p:cNvSpPr txBox="1"/>
          <p:nvPr/>
        </p:nvSpPr>
        <p:spPr>
          <a:xfrm>
            <a:off x="7066333" y="992222"/>
            <a:ext cx="437501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C:\java\lab&gt; </a:t>
            </a:r>
            <a:r>
              <a:rPr lang="en-IN" dirty="0" err="1"/>
              <a:t>javac</a:t>
            </a:r>
            <a:r>
              <a:rPr lang="en-IN" dirty="0"/>
              <a:t> OracleCon.java</a:t>
            </a:r>
          </a:p>
          <a:p>
            <a:endParaRPr lang="en-IN" dirty="0"/>
          </a:p>
          <a:p>
            <a:r>
              <a:rPr lang="en-IN" dirty="0"/>
              <a:t>C:\java\lab&gt;java </a:t>
            </a:r>
            <a:r>
              <a:rPr lang="en-IN" dirty="0" err="1"/>
              <a:t>OracleCon</a:t>
            </a:r>
            <a:endParaRPr lang="en-IN" dirty="0"/>
          </a:p>
          <a:p>
            <a:r>
              <a:rPr lang="en-IN" dirty="0"/>
              <a:t>100  Steven  King</a:t>
            </a:r>
          </a:p>
          <a:p>
            <a:r>
              <a:rPr lang="en-IN" dirty="0"/>
              <a:t>101  Neena  Kochhar</a:t>
            </a:r>
          </a:p>
          <a:p>
            <a:r>
              <a:rPr lang="en-IN" dirty="0"/>
              <a:t>102  Lex  De </a:t>
            </a:r>
            <a:r>
              <a:rPr lang="en-IN" dirty="0" err="1"/>
              <a:t>Haan</a:t>
            </a:r>
            <a:endParaRPr lang="en-IN" dirty="0"/>
          </a:p>
          <a:p>
            <a:r>
              <a:rPr lang="en-IN" dirty="0"/>
              <a:t>103  Alexander  </a:t>
            </a:r>
            <a:r>
              <a:rPr lang="en-IN" dirty="0" err="1"/>
              <a:t>Hunold</a:t>
            </a:r>
            <a:endParaRPr lang="en-IN" dirty="0"/>
          </a:p>
          <a:p>
            <a:r>
              <a:rPr lang="en-IN" dirty="0"/>
              <a:t>104  Bruce  Ernst</a:t>
            </a:r>
          </a:p>
          <a:p>
            <a:r>
              <a:rPr lang="en-IN" dirty="0"/>
              <a:t>105  David  Austin</a:t>
            </a:r>
          </a:p>
          <a:p>
            <a:r>
              <a:rPr lang="en-IN" dirty="0"/>
              <a:t>106  Valli  </a:t>
            </a:r>
            <a:r>
              <a:rPr lang="en-IN" dirty="0" err="1"/>
              <a:t>Pataballa</a:t>
            </a:r>
            <a:endParaRPr lang="en-IN" dirty="0"/>
          </a:p>
          <a:p>
            <a:r>
              <a:rPr lang="en-IN" dirty="0"/>
              <a:t>107  Diana  Lorentz</a:t>
            </a:r>
          </a:p>
          <a:p>
            <a:r>
              <a:rPr lang="en-IN" dirty="0"/>
              <a:t>108  Nancy  Greenberg</a:t>
            </a:r>
          </a:p>
          <a:p>
            <a:r>
              <a:rPr lang="en-IN" dirty="0"/>
              <a:t>109  Daniel  </a:t>
            </a:r>
            <a:r>
              <a:rPr lang="en-IN" dirty="0" err="1"/>
              <a:t>Faviet</a:t>
            </a:r>
            <a:endParaRPr lang="en-IN" dirty="0"/>
          </a:p>
          <a:p>
            <a:r>
              <a:rPr lang="en-IN" dirty="0"/>
              <a:t>110  John  Chen</a:t>
            </a:r>
          </a:p>
          <a:p>
            <a:r>
              <a:rPr lang="en-IN" dirty="0"/>
              <a:t>111  Ismael  </a:t>
            </a:r>
            <a:r>
              <a:rPr lang="en-IN" dirty="0" err="1"/>
              <a:t>Sciarra</a:t>
            </a:r>
            <a:endParaRPr lang="en-IN" dirty="0"/>
          </a:p>
          <a:p>
            <a:r>
              <a:rPr lang="en-IN" dirty="0"/>
              <a:t>112  Jose Manuel  </a:t>
            </a:r>
            <a:r>
              <a:rPr lang="en-IN" dirty="0" err="1"/>
              <a:t>Urman</a:t>
            </a:r>
            <a:endParaRPr lang="en-IN" dirty="0"/>
          </a:p>
          <a:p>
            <a:r>
              <a:rPr lang="en-IN" dirty="0"/>
              <a:t>113  Luis  Popp</a:t>
            </a:r>
          </a:p>
          <a:p>
            <a:r>
              <a:rPr lang="en-IN" dirty="0"/>
              <a:t>114  Den  </a:t>
            </a:r>
            <a:r>
              <a:rPr lang="en-IN" dirty="0" err="1"/>
              <a:t>Raphaely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0175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581A9B9-196E-FE2A-35D0-F53A5B00A987}"/>
              </a:ext>
            </a:extLst>
          </p:cNvPr>
          <p:cNvSpPr txBox="1"/>
          <p:nvPr/>
        </p:nvSpPr>
        <p:spPr>
          <a:xfrm>
            <a:off x="313715" y="117693"/>
            <a:ext cx="6094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 // insert to table  </a:t>
            </a:r>
          </a:p>
          <a:p>
            <a:r>
              <a:rPr lang="en-IN" sz="1600" dirty="0"/>
              <a:t>  import </a:t>
            </a:r>
            <a:r>
              <a:rPr lang="en-IN" sz="1600" dirty="0" err="1"/>
              <a:t>java.sql</a:t>
            </a:r>
            <a:r>
              <a:rPr lang="en-IN" sz="1600" dirty="0"/>
              <a:t>.*;  </a:t>
            </a:r>
          </a:p>
          <a:p>
            <a:r>
              <a:rPr lang="en-IN" sz="1600" dirty="0"/>
              <a:t>    class OracleCon1{  </a:t>
            </a:r>
          </a:p>
          <a:p>
            <a:r>
              <a:rPr lang="en-IN" sz="1600" dirty="0"/>
              <a:t>    public static void main(String </a:t>
            </a:r>
            <a:r>
              <a:rPr lang="en-IN" sz="1600" dirty="0" err="1"/>
              <a:t>args</a:t>
            </a:r>
            <a:r>
              <a:rPr lang="en-IN" sz="1600" dirty="0"/>
              <a:t>[]){  </a:t>
            </a:r>
          </a:p>
          <a:p>
            <a:r>
              <a:rPr lang="en-IN" sz="1600" dirty="0"/>
              <a:t>    try{  </a:t>
            </a:r>
          </a:p>
          <a:p>
            <a:r>
              <a:rPr lang="en-IN" sz="1600" dirty="0"/>
              <a:t>    //step1 load the driver class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Class.forName</a:t>
            </a:r>
            <a:r>
              <a:rPr lang="en-IN" sz="1600" dirty="0"/>
              <a:t>("</a:t>
            </a:r>
            <a:r>
              <a:rPr lang="en-IN" sz="1600" dirty="0" err="1"/>
              <a:t>oracle.jdbc.driver.OracleDriver</a:t>
            </a:r>
            <a:r>
              <a:rPr lang="en-IN" sz="1600" dirty="0"/>
              <a:t>");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//step2 create  the connection object  </a:t>
            </a:r>
          </a:p>
          <a:p>
            <a:r>
              <a:rPr lang="en-IN" sz="1600" dirty="0"/>
              <a:t>    Connection con=</a:t>
            </a:r>
            <a:r>
              <a:rPr lang="en-IN" sz="1600" dirty="0" err="1"/>
              <a:t>DriverManager.getConnection</a:t>
            </a:r>
            <a:r>
              <a:rPr lang="en-IN" sz="1600" dirty="0"/>
              <a:t>(  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jdbc:oracle:thin</a:t>
            </a:r>
            <a:r>
              <a:rPr lang="en-IN" sz="1600" dirty="0"/>
              <a:t>:@localhost:1521:xe","system","system");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//step3 create the statement object  </a:t>
            </a:r>
          </a:p>
          <a:p>
            <a:r>
              <a:rPr lang="en-IN" sz="1600" dirty="0"/>
              <a:t>    Statement </a:t>
            </a:r>
            <a:r>
              <a:rPr lang="en-IN" sz="1600" dirty="0" err="1"/>
              <a:t>stmt</a:t>
            </a:r>
            <a:r>
              <a:rPr lang="en-IN" sz="1600" dirty="0"/>
              <a:t>=</a:t>
            </a:r>
            <a:r>
              <a:rPr lang="en-IN" sz="1600" dirty="0" err="1"/>
              <a:t>con.createStatement</a:t>
            </a:r>
            <a:r>
              <a:rPr lang="en-IN" sz="1600" dirty="0"/>
              <a:t>();  </a:t>
            </a:r>
          </a:p>
          <a:p>
            <a:r>
              <a:rPr lang="en-IN" sz="1600" dirty="0"/>
              <a:t>	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System.out.println</a:t>
            </a:r>
            <a:r>
              <a:rPr lang="en-IN" sz="1600" dirty="0"/>
              <a:t> (" \n\n Table before insertion\n \n");   </a:t>
            </a:r>
          </a:p>
          <a:p>
            <a:r>
              <a:rPr lang="en-IN" sz="1600" dirty="0"/>
              <a:t>    //step4 execute query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ResultSet</a:t>
            </a:r>
            <a:r>
              <a:rPr lang="en-IN" sz="1600" dirty="0"/>
              <a:t> </a:t>
            </a:r>
            <a:r>
              <a:rPr lang="en-IN" sz="1600" dirty="0" err="1"/>
              <a:t>rs</a:t>
            </a:r>
            <a:r>
              <a:rPr lang="en-IN" sz="1600" dirty="0"/>
              <a:t>=</a:t>
            </a:r>
            <a:r>
              <a:rPr lang="en-IN" sz="1600" dirty="0" err="1"/>
              <a:t>stmt.executeQuery</a:t>
            </a:r>
            <a:r>
              <a:rPr lang="en-IN" sz="1600" dirty="0"/>
              <a:t>("select * from staff");  </a:t>
            </a:r>
          </a:p>
          <a:p>
            <a:r>
              <a:rPr lang="en-IN" sz="1600" dirty="0"/>
              <a:t>    while(</a:t>
            </a:r>
            <a:r>
              <a:rPr lang="en-IN" sz="1600" dirty="0" err="1"/>
              <a:t>rs.next</a:t>
            </a:r>
            <a:r>
              <a:rPr lang="en-IN" sz="1600" dirty="0"/>
              <a:t>())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System.out.println</a:t>
            </a:r>
            <a:r>
              <a:rPr lang="en-IN" sz="1600" dirty="0"/>
              <a:t>(</a:t>
            </a:r>
            <a:r>
              <a:rPr lang="en-IN" sz="1600" dirty="0" err="1"/>
              <a:t>rs.getInt</a:t>
            </a:r>
            <a:r>
              <a:rPr lang="en-IN" sz="1600" dirty="0"/>
              <a:t>(1)+"  "+</a:t>
            </a:r>
            <a:r>
              <a:rPr lang="en-IN" sz="1600" dirty="0" err="1"/>
              <a:t>rs.getString</a:t>
            </a:r>
            <a:r>
              <a:rPr lang="en-IN" sz="1600" dirty="0"/>
              <a:t>(2)+"  "+</a:t>
            </a:r>
            <a:r>
              <a:rPr lang="en-IN" sz="1600" dirty="0" err="1"/>
              <a:t>rs.getString</a:t>
            </a:r>
            <a:r>
              <a:rPr lang="en-IN" sz="1600" dirty="0"/>
              <a:t>(3)+ " " </a:t>
            </a:r>
          </a:p>
          <a:p>
            <a:r>
              <a:rPr lang="en-IN" sz="1600" dirty="0"/>
              <a:t>	+</a:t>
            </a:r>
            <a:r>
              <a:rPr lang="en-IN" sz="1600" dirty="0" err="1"/>
              <a:t>rs.getString</a:t>
            </a:r>
            <a:r>
              <a:rPr lang="en-IN" sz="1600" dirty="0"/>
              <a:t>(4)+ " " +</a:t>
            </a:r>
            <a:r>
              <a:rPr lang="en-IN" sz="1600" dirty="0" err="1" smtClean="0"/>
              <a:t>rs.getInt</a:t>
            </a:r>
            <a:r>
              <a:rPr lang="en-IN" sz="1600" dirty="0" smtClean="0"/>
              <a:t>(5</a:t>
            </a:r>
            <a:r>
              <a:rPr lang="en-IN" sz="1600" dirty="0"/>
              <a:t>)); </a:t>
            </a:r>
          </a:p>
          <a:p>
            <a:r>
              <a:rPr lang="en-IN" sz="1600" dirty="0"/>
              <a:t>	</a:t>
            </a:r>
          </a:p>
          <a:p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0CB0D10-E1E6-C427-5FEF-92093009C93F}"/>
              </a:ext>
            </a:extLst>
          </p:cNvPr>
          <p:cNvSpPr txBox="1"/>
          <p:nvPr/>
        </p:nvSpPr>
        <p:spPr>
          <a:xfrm>
            <a:off x="5644474" y="117693"/>
            <a:ext cx="6094378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	// insert into table</a:t>
            </a:r>
          </a:p>
          <a:p>
            <a:r>
              <a:rPr lang="en-IN" sz="1600" dirty="0"/>
              <a:t>     int x =</a:t>
            </a:r>
            <a:r>
              <a:rPr lang="en-IN" sz="1600" dirty="0" err="1"/>
              <a:t>stmt.executeUpdate</a:t>
            </a:r>
            <a:r>
              <a:rPr lang="en-IN" sz="1600" dirty="0"/>
              <a:t>("insert into staff values (5,'java','lab', 'kiit',18000)");  </a:t>
            </a:r>
          </a:p>
          <a:p>
            <a:r>
              <a:rPr lang="en-IN" sz="1600" dirty="0"/>
              <a:t>	 </a:t>
            </a:r>
            <a:r>
              <a:rPr lang="en-IN" sz="1600" dirty="0" err="1"/>
              <a:t>System.out.println</a:t>
            </a:r>
            <a:r>
              <a:rPr lang="en-IN" sz="1600" dirty="0"/>
              <a:t> (" \n\n Table after the insertion\n \n"); </a:t>
            </a:r>
          </a:p>
          <a:p>
            <a:r>
              <a:rPr lang="en-IN" sz="1600" dirty="0"/>
              <a:t>	//  display updated values</a:t>
            </a:r>
          </a:p>
          <a:p>
            <a:r>
              <a:rPr lang="en-IN" sz="1600" dirty="0"/>
              <a:t>	</a:t>
            </a:r>
            <a:r>
              <a:rPr lang="en-IN" sz="1600" dirty="0" err="1"/>
              <a:t>ResultSet</a:t>
            </a:r>
            <a:r>
              <a:rPr lang="en-IN" sz="1600" dirty="0"/>
              <a:t> rs2=</a:t>
            </a:r>
            <a:r>
              <a:rPr lang="en-IN" sz="1600" dirty="0" err="1"/>
              <a:t>stmt.executeQuery</a:t>
            </a:r>
            <a:r>
              <a:rPr lang="en-IN" sz="1600" dirty="0"/>
              <a:t>("select * from staff");  </a:t>
            </a:r>
          </a:p>
          <a:p>
            <a:r>
              <a:rPr lang="en-IN" sz="1600" dirty="0"/>
              <a:t>    while(rs2.next())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System.out.println</a:t>
            </a:r>
            <a:r>
              <a:rPr lang="en-IN" sz="1600" dirty="0"/>
              <a:t>(rs2.getInt(1)+"  "+rs2.getString(2)+"  "+rs2.getString(3)+ " " </a:t>
            </a:r>
          </a:p>
          <a:p>
            <a:r>
              <a:rPr lang="en-IN" sz="1600" dirty="0"/>
              <a:t>	+rs2.getString(4)+ " " +</a:t>
            </a:r>
            <a:r>
              <a:rPr lang="en-IN" sz="1600" dirty="0" smtClean="0"/>
              <a:t>rs2.getInt(5</a:t>
            </a:r>
            <a:r>
              <a:rPr lang="en-IN" sz="1600" dirty="0"/>
              <a:t>)); </a:t>
            </a:r>
          </a:p>
          <a:p>
            <a:r>
              <a:rPr lang="en-IN" sz="1600" dirty="0"/>
              <a:t>	</a:t>
            </a:r>
          </a:p>
          <a:p>
            <a:r>
              <a:rPr lang="en-IN" sz="1600" dirty="0"/>
              <a:t>    //step5 close the connection object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con.close</a:t>
            </a:r>
            <a:r>
              <a:rPr lang="en-IN" sz="1600" dirty="0"/>
              <a:t>();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}catch(Exception e){ </a:t>
            </a:r>
            <a:r>
              <a:rPr lang="en-IN" sz="1600" dirty="0" err="1"/>
              <a:t>System.out.println</a:t>
            </a:r>
            <a:r>
              <a:rPr lang="en-IN" sz="1600" dirty="0"/>
              <a:t>(e);}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}  </a:t>
            </a:r>
          </a:p>
          <a:p>
            <a:r>
              <a:rPr lang="en-IN" sz="1600" dirty="0"/>
              <a:t>    } </a:t>
            </a:r>
          </a:p>
        </p:txBody>
      </p:sp>
    </p:spTree>
    <p:extLst>
      <p:ext uri="{BB962C8B-B14F-4D97-AF65-F5344CB8AC3E}">
        <p14:creationId xmlns:p14="http://schemas.microsoft.com/office/powerpoint/2010/main" xmlns="" val="2136704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B72BA6A-86B8-B62D-BCF2-4E83B0FCD331}"/>
              </a:ext>
            </a:extLst>
          </p:cNvPr>
          <p:cNvSpPr txBox="1"/>
          <p:nvPr/>
        </p:nvSpPr>
        <p:spPr>
          <a:xfrm>
            <a:off x="1488332" y="197346"/>
            <a:ext cx="814205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C:\java\lab&gt;javac OracleCon1.java</a:t>
            </a:r>
          </a:p>
          <a:p>
            <a:endParaRPr lang="en-IN" dirty="0"/>
          </a:p>
          <a:p>
            <a:r>
              <a:rPr lang="en-IN" dirty="0"/>
              <a:t>C:\java\lab&gt;java OracleCon1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Table before insertion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1  Sachin  Mishra Mumbai 1500</a:t>
            </a:r>
          </a:p>
          <a:p>
            <a:r>
              <a:rPr lang="en-IN" dirty="0"/>
              <a:t>2  Virat  Das Delhi 12000</a:t>
            </a:r>
          </a:p>
          <a:p>
            <a:r>
              <a:rPr lang="en-IN" dirty="0"/>
              <a:t>3  </a:t>
            </a:r>
            <a:r>
              <a:rPr lang="en-IN" dirty="0" err="1"/>
              <a:t>abc</a:t>
            </a:r>
            <a:r>
              <a:rPr lang="en-IN" dirty="0"/>
              <a:t>  Das BBSR 10000</a:t>
            </a:r>
          </a:p>
          <a:p>
            <a:r>
              <a:rPr lang="en-IN" dirty="0"/>
              <a:t>4  LMN  PQR KOLKATA 13000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Table after the insertion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1  Sachin  Mishra Mumbai 1500</a:t>
            </a:r>
          </a:p>
          <a:p>
            <a:r>
              <a:rPr lang="en-IN" dirty="0"/>
              <a:t>2  Virat  Das Delhi 12000</a:t>
            </a:r>
          </a:p>
          <a:p>
            <a:r>
              <a:rPr lang="en-IN" dirty="0"/>
              <a:t>3  </a:t>
            </a:r>
            <a:r>
              <a:rPr lang="en-IN" dirty="0" err="1"/>
              <a:t>abc</a:t>
            </a:r>
            <a:r>
              <a:rPr lang="en-IN" dirty="0"/>
              <a:t>  Das BBSR 10000</a:t>
            </a:r>
          </a:p>
          <a:p>
            <a:r>
              <a:rPr lang="en-IN" dirty="0"/>
              <a:t>4  LMN  PQR KOLKATA 13000</a:t>
            </a:r>
          </a:p>
          <a:p>
            <a:r>
              <a:rPr lang="en-IN" dirty="0"/>
              <a:t>5  java  lab </a:t>
            </a:r>
            <a:r>
              <a:rPr lang="en-IN" dirty="0" err="1"/>
              <a:t>kiit</a:t>
            </a:r>
            <a:r>
              <a:rPr lang="en-IN" dirty="0"/>
              <a:t> 18000</a:t>
            </a:r>
          </a:p>
        </p:txBody>
      </p:sp>
    </p:spTree>
    <p:extLst>
      <p:ext uri="{BB962C8B-B14F-4D97-AF65-F5344CB8AC3E}">
        <p14:creationId xmlns:p14="http://schemas.microsoft.com/office/powerpoint/2010/main" xmlns="" val="2135350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0D431C4-6E7E-F9E7-06B7-7EC8AF53710E}"/>
              </a:ext>
            </a:extLst>
          </p:cNvPr>
          <p:cNvSpPr txBox="1"/>
          <p:nvPr/>
        </p:nvSpPr>
        <p:spPr>
          <a:xfrm>
            <a:off x="547181" y="197346"/>
            <a:ext cx="609437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 // Delete from the table</a:t>
            </a:r>
          </a:p>
          <a:p>
            <a:r>
              <a:rPr lang="en-IN" sz="1600" dirty="0"/>
              <a:t>	import </a:t>
            </a:r>
            <a:r>
              <a:rPr lang="en-IN" sz="1600" dirty="0" err="1"/>
              <a:t>java.sql</a:t>
            </a:r>
            <a:r>
              <a:rPr lang="en-IN" sz="1600" dirty="0"/>
              <a:t>.*;  </a:t>
            </a:r>
          </a:p>
          <a:p>
            <a:r>
              <a:rPr lang="en-IN" sz="1600" dirty="0"/>
              <a:t>    class OracleCon2{  </a:t>
            </a:r>
          </a:p>
          <a:p>
            <a:r>
              <a:rPr lang="en-IN" sz="1600" dirty="0"/>
              <a:t>    public static void main(String </a:t>
            </a:r>
            <a:r>
              <a:rPr lang="en-IN" sz="1600" dirty="0" err="1"/>
              <a:t>args</a:t>
            </a:r>
            <a:r>
              <a:rPr lang="en-IN" sz="1600" dirty="0"/>
              <a:t>[]){  </a:t>
            </a:r>
          </a:p>
          <a:p>
            <a:r>
              <a:rPr lang="en-IN" sz="1600" dirty="0"/>
              <a:t>    try{  </a:t>
            </a:r>
          </a:p>
          <a:p>
            <a:r>
              <a:rPr lang="en-IN" sz="1600" dirty="0"/>
              <a:t>    //step1 load the driver class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Class.forName</a:t>
            </a:r>
            <a:r>
              <a:rPr lang="en-IN" sz="1600" dirty="0"/>
              <a:t>("</a:t>
            </a:r>
            <a:r>
              <a:rPr lang="en-IN" sz="1600" dirty="0" err="1"/>
              <a:t>oracle.jdbc.driver.OracleDriver</a:t>
            </a:r>
            <a:r>
              <a:rPr lang="en-IN" sz="1600" dirty="0"/>
              <a:t>");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//step2 create  the connection object  </a:t>
            </a:r>
          </a:p>
          <a:p>
            <a:r>
              <a:rPr lang="en-IN" sz="1600" dirty="0"/>
              <a:t>    Connection con=</a:t>
            </a:r>
            <a:r>
              <a:rPr lang="en-IN" sz="1600" dirty="0" err="1"/>
              <a:t>DriverManager.getConnection</a:t>
            </a:r>
            <a:r>
              <a:rPr lang="en-IN" sz="1600" dirty="0"/>
              <a:t>(  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jdbc:oracle:thin</a:t>
            </a:r>
            <a:r>
              <a:rPr lang="en-IN" sz="1600" dirty="0"/>
              <a:t>:@localhost:1521:xe","system","system");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//step3 create the statement object  </a:t>
            </a:r>
          </a:p>
          <a:p>
            <a:r>
              <a:rPr lang="en-IN" sz="1600" dirty="0"/>
              <a:t>    Statement </a:t>
            </a:r>
            <a:r>
              <a:rPr lang="en-IN" sz="1600" dirty="0" err="1"/>
              <a:t>stmt</a:t>
            </a:r>
            <a:r>
              <a:rPr lang="en-IN" sz="1600" dirty="0"/>
              <a:t>=</a:t>
            </a:r>
            <a:r>
              <a:rPr lang="en-IN" sz="1600" dirty="0" err="1"/>
              <a:t>con.createStatement</a:t>
            </a:r>
            <a:r>
              <a:rPr lang="en-IN" sz="1600" dirty="0"/>
              <a:t>();  </a:t>
            </a:r>
          </a:p>
          <a:p>
            <a:r>
              <a:rPr lang="en-IN" sz="1600" dirty="0"/>
              <a:t>	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System.out.println</a:t>
            </a:r>
            <a:r>
              <a:rPr lang="en-IN" sz="1600" dirty="0"/>
              <a:t> (" \n\n Table before deletion\n \n");   </a:t>
            </a:r>
          </a:p>
          <a:p>
            <a:r>
              <a:rPr lang="en-IN" sz="1600" dirty="0"/>
              <a:t>    //step4 execute query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ResultSet</a:t>
            </a:r>
            <a:r>
              <a:rPr lang="en-IN" sz="1600" dirty="0"/>
              <a:t> </a:t>
            </a:r>
            <a:r>
              <a:rPr lang="en-IN" sz="1600" dirty="0" err="1"/>
              <a:t>rs</a:t>
            </a:r>
            <a:r>
              <a:rPr lang="en-IN" sz="1600" dirty="0"/>
              <a:t>=</a:t>
            </a:r>
            <a:r>
              <a:rPr lang="en-IN" sz="1600" dirty="0" err="1"/>
              <a:t>stmt.executeQuery</a:t>
            </a:r>
            <a:r>
              <a:rPr lang="en-IN" sz="1600" dirty="0"/>
              <a:t>("select * from staff");  </a:t>
            </a:r>
          </a:p>
          <a:p>
            <a:r>
              <a:rPr lang="en-IN" sz="1600" dirty="0"/>
              <a:t>    while(</a:t>
            </a:r>
            <a:r>
              <a:rPr lang="en-IN" sz="1600" dirty="0" err="1"/>
              <a:t>rs.next</a:t>
            </a:r>
            <a:r>
              <a:rPr lang="en-IN" sz="1600" dirty="0"/>
              <a:t>())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System.out.println</a:t>
            </a:r>
            <a:r>
              <a:rPr lang="en-IN" sz="1600" dirty="0"/>
              <a:t>(</a:t>
            </a:r>
            <a:r>
              <a:rPr lang="en-IN" sz="1600" dirty="0" err="1"/>
              <a:t>rs.getInt</a:t>
            </a:r>
            <a:r>
              <a:rPr lang="en-IN" sz="1600" dirty="0"/>
              <a:t>(1)+"  "+</a:t>
            </a:r>
            <a:r>
              <a:rPr lang="en-IN" sz="1600" dirty="0" err="1"/>
              <a:t>rs.getString</a:t>
            </a:r>
            <a:r>
              <a:rPr lang="en-IN" sz="1600" dirty="0"/>
              <a:t>(2)+"  "+</a:t>
            </a:r>
            <a:r>
              <a:rPr lang="en-IN" sz="1600" dirty="0" err="1"/>
              <a:t>rs.getString</a:t>
            </a:r>
            <a:r>
              <a:rPr lang="en-IN" sz="1600" dirty="0"/>
              <a:t>(3)+ " " </a:t>
            </a:r>
          </a:p>
          <a:p>
            <a:r>
              <a:rPr lang="en-IN" sz="1600" dirty="0"/>
              <a:t>	+</a:t>
            </a:r>
            <a:r>
              <a:rPr lang="en-IN" sz="1600" dirty="0" err="1"/>
              <a:t>rs.getString</a:t>
            </a:r>
            <a:r>
              <a:rPr lang="en-IN" sz="1600" dirty="0"/>
              <a:t>(4)+ " " +</a:t>
            </a:r>
            <a:r>
              <a:rPr lang="en-IN" sz="1600" dirty="0" err="1" smtClean="0"/>
              <a:t>rs.getInt</a:t>
            </a:r>
            <a:r>
              <a:rPr lang="en-IN" sz="1600" dirty="0" smtClean="0"/>
              <a:t>(5</a:t>
            </a:r>
            <a:r>
              <a:rPr lang="en-IN" sz="1600" dirty="0"/>
              <a:t>)); </a:t>
            </a:r>
          </a:p>
          <a:p>
            <a:r>
              <a:rPr lang="en-IN" sz="1600" dirty="0"/>
              <a:t>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B498865-A2A0-78B6-F749-286DC9EF6718}"/>
              </a:ext>
            </a:extLst>
          </p:cNvPr>
          <p:cNvSpPr txBox="1"/>
          <p:nvPr/>
        </p:nvSpPr>
        <p:spPr>
          <a:xfrm>
            <a:off x="5848755" y="197346"/>
            <a:ext cx="609437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// delete from table</a:t>
            </a:r>
          </a:p>
          <a:p>
            <a:r>
              <a:rPr lang="en-IN" sz="1600" dirty="0"/>
              <a:t>     int x =</a:t>
            </a:r>
            <a:r>
              <a:rPr lang="en-IN" sz="1600" dirty="0" err="1"/>
              <a:t>stmt.executeUpdate</a:t>
            </a:r>
            <a:r>
              <a:rPr lang="en-IN" sz="1600" dirty="0"/>
              <a:t>("delete from staff where </a:t>
            </a:r>
            <a:r>
              <a:rPr lang="en-IN" sz="1600" dirty="0" err="1"/>
              <a:t>staff_id</a:t>
            </a:r>
            <a:r>
              <a:rPr lang="en-IN" sz="1600" dirty="0"/>
              <a:t> = 5");  </a:t>
            </a:r>
          </a:p>
          <a:p>
            <a:r>
              <a:rPr lang="en-IN" sz="1600" dirty="0"/>
              <a:t>	 </a:t>
            </a:r>
            <a:r>
              <a:rPr lang="en-IN" sz="1600" dirty="0" err="1"/>
              <a:t>System.out.println</a:t>
            </a:r>
            <a:r>
              <a:rPr lang="en-IN" sz="1600" dirty="0"/>
              <a:t> (" \n\n Table after the deletion\n \n"); </a:t>
            </a:r>
          </a:p>
          <a:p>
            <a:r>
              <a:rPr lang="en-IN" sz="1600" dirty="0"/>
              <a:t>	//  display updated values</a:t>
            </a:r>
          </a:p>
          <a:p>
            <a:r>
              <a:rPr lang="en-IN" sz="1600" dirty="0"/>
              <a:t>	</a:t>
            </a:r>
            <a:r>
              <a:rPr lang="en-IN" sz="1600" dirty="0" err="1"/>
              <a:t>ResultSet</a:t>
            </a:r>
            <a:r>
              <a:rPr lang="en-IN" sz="1600" dirty="0"/>
              <a:t> rs2=</a:t>
            </a:r>
            <a:r>
              <a:rPr lang="en-IN" sz="1600" dirty="0" err="1"/>
              <a:t>stmt.executeQuery</a:t>
            </a:r>
            <a:r>
              <a:rPr lang="en-IN" sz="1600" dirty="0"/>
              <a:t>("select * from staff");  </a:t>
            </a:r>
          </a:p>
          <a:p>
            <a:r>
              <a:rPr lang="en-IN" sz="1600" dirty="0"/>
              <a:t>    while(rs2.next())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System.out.println</a:t>
            </a:r>
            <a:r>
              <a:rPr lang="en-IN" sz="1600" dirty="0"/>
              <a:t>(rs2.getInt(1)+"  "+rs2.getString(2)+"  "+rs2.getString(3)+ " " </a:t>
            </a:r>
          </a:p>
          <a:p>
            <a:r>
              <a:rPr lang="en-IN" sz="1600" dirty="0"/>
              <a:t>	+rs2.getString(4)+ " " </a:t>
            </a:r>
            <a:r>
              <a:rPr lang="en-IN" sz="1600"/>
              <a:t>+</a:t>
            </a:r>
            <a:r>
              <a:rPr lang="en-IN" sz="1600" smtClean="0"/>
              <a:t>rs2.getInt(5</a:t>
            </a:r>
            <a:r>
              <a:rPr lang="en-IN" sz="1600" dirty="0"/>
              <a:t>)); </a:t>
            </a:r>
          </a:p>
          <a:p>
            <a:r>
              <a:rPr lang="en-IN" sz="1600" dirty="0"/>
              <a:t>	</a:t>
            </a:r>
          </a:p>
          <a:p>
            <a:r>
              <a:rPr lang="en-IN" sz="1600" dirty="0"/>
              <a:t>    //step5 close the connection object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con.close</a:t>
            </a:r>
            <a:r>
              <a:rPr lang="en-IN" sz="1600" dirty="0"/>
              <a:t>();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}catch(Exception e){ </a:t>
            </a:r>
            <a:r>
              <a:rPr lang="en-IN" sz="1600" dirty="0" err="1"/>
              <a:t>System.out.println</a:t>
            </a:r>
            <a:r>
              <a:rPr lang="en-IN" sz="1600" dirty="0"/>
              <a:t>(e);}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}  </a:t>
            </a:r>
          </a:p>
          <a:p>
            <a:r>
              <a:rPr lang="en-IN" sz="1600" dirty="0"/>
              <a:t>    } </a:t>
            </a:r>
          </a:p>
        </p:txBody>
      </p:sp>
    </p:spTree>
    <p:extLst>
      <p:ext uri="{BB962C8B-B14F-4D97-AF65-F5344CB8AC3E}">
        <p14:creationId xmlns:p14="http://schemas.microsoft.com/office/powerpoint/2010/main" xmlns="" val="870106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E1ABCE23-18B4-5EC3-9B57-D9C2C7C8C538}"/>
              </a:ext>
            </a:extLst>
          </p:cNvPr>
          <p:cNvSpPr txBox="1"/>
          <p:nvPr/>
        </p:nvSpPr>
        <p:spPr>
          <a:xfrm>
            <a:off x="3047189" y="335846"/>
            <a:ext cx="609437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C:\java\lab&gt;javac OracleCon2.java</a:t>
            </a:r>
          </a:p>
          <a:p>
            <a:endParaRPr lang="en-IN" dirty="0"/>
          </a:p>
          <a:p>
            <a:r>
              <a:rPr lang="en-IN" dirty="0"/>
              <a:t>C:\java\lab&gt;java OracleCon2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Table before deletion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1  Sachin  Mishra Mumbai 1500</a:t>
            </a:r>
          </a:p>
          <a:p>
            <a:r>
              <a:rPr lang="en-IN" dirty="0"/>
              <a:t>2  Virat  Das Delhi 12000</a:t>
            </a:r>
          </a:p>
          <a:p>
            <a:r>
              <a:rPr lang="en-IN" dirty="0"/>
              <a:t>3  </a:t>
            </a:r>
            <a:r>
              <a:rPr lang="en-IN" dirty="0" err="1"/>
              <a:t>abc</a:t>
            </a:r>
            <a:r>
              <a:rPr lang="en-IN" dirty="0"/>
              <a:t>  Das BBSR 10000</a:t>
            </a:r>
          </a:p>
          <a:p>
            <a:r>
              <a:rPr lang="en-IN" dirty="0"/>
              <a:t>4  LMN  PQR KOLKATA 13000</a:t>
            </a:r>
          </a:p>
          <a:p>
            <a:r>
              <a:rPr lang="en-IN" dirty="0"/>
              <a:t>5  java  lab </a:t>
            </a:r>
            <a:r>
              <a:rPr lang="en-IN" dirty="0" err="1"/>
              <a:t>kiit</a:t>
            </a:r>
            <a:r>
              <a:rPr lang="en-IN" dirty="0"/>
              <a:t> 18000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Table after the deletion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1  Sachin  Mishra Mumbai 1500</a:t>
            </a:r>
          </a:p>
          <a:p>
            <a:r>
              <a:rPr lang="en-IN" dirty="0"/>
              <a:t>2  Virat  Das Delhi 12000</a:t>
            </a:r>
          </a:p>
          <a:p>
            <a:r>
              <a:rPr lang="en-IN" dirty="0"/>
              <a:t>3  </a:t>
            </a:r>
            <a:r>
              <a:rPr lang="en-IN" dirty="0" err="1"/>
              <a:t>abc</a:t>
            </a:r>
            <a:r>
              <a:rPr lang="en-IN" dirty="0"/>
              <a:t>  Das BBSR 10000</a:t>
            </a:r>
          </a:p>
          <a:p>
            <a:r>
              <a:rPr lang="en-IN" dirty="0"/>
              <a:t>4  LMN  PQR KOLKATA 13000</a:t>
            </a:r>
          </a:p>
        </p:txBody>
      </p:sp>
    </p:spTree>
    <p:extLst>
      <p:ext uri="{BB962C8B-B14F-4D97-AF65-F5344CB8AC3E}">
        <p14:creationId xmlns:p14="http://schemas.microsoft.com/office/powerpoint/2010/main" xmlns="" val="2425933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4E30D91-1535-268C-822E-D6F423361E37}"/>
              </a:ext>
            </a:extLst>
          </p:cNvPr>
          <p:cNvSpPr txBox="1"/>
          <p:nvPr/>
        </p:nvSpPr>
        <p:spPr>
          <a:xfrm>
            <a:off x="284533" y="320618"/>
            <a:ext cx="551315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 // create, insert and display from the table</a:t>
            </a:r>
          </a:p>
          <a:p>
            <a:r>
              <a:rPr lang="en-IN" sz="1600" dirty="0"/>
              <a:t>    import </a:t>
            </a:r>
            <a:r>
              <a:rPr lang="en-IN" sz="1600" dirty="0" err="1"/>
              <a:t>java.sql</a:t>
            </a:r>
            <a:r>
              <a:rPr lang="en-IN" sz="1600" dirty="0"/>
              <a:t>.*;  </a:t>
            </a:r>
          </a:p>
          <a:p>
            <a:r>
              <a:rPr lang="en-IN" sz="1600" dirty="0"/>
              <a:t>    class OracleCon3{  </a:t>
            </a:r>
          </a:p>
          <a:p>
            <a:r>
              <a:rPr lang="en-IN" sz="1600" dirty="0"/>
              <a:t>    public static void main(String </a:t>
            </a:r>
            <a:r>
              <a:rPr lang="en-IN" sz="1600" dirty="0" err="1"/>
              <a:t>args</a:t>
            </a:r>
            <a:r>
              <a:rPr lang="en-IN" sz="1600" dirty="0"/>
              <a:t>[]){  </a:t>
            </a:r>
          </a:p>
          <a:p>
            <a:r>
              <a:rPr lang="en-IN" sz="1600" dirty="0"/>
              <a:t>    try{  </a:t>
            </a:r>
          </a:p>
          <a:p>
            <a:r>
              <a:rPr lang="en-IN" sz="1600" dirty="0"/>
              <a:t>    //step1 load the driver class  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Class.forName</a:t>
            </a:r>
            <a:r>
              <a:rPr lang="en-IN" sz="1600" dirty="0"/>
              <a:t>("</a:t>
            </a:r>
            <a:r>
              <a:rPr lang="en-IN" sz="1600" dirty="0" err="1"/>
              <a:t>oracle.jdbc.driver.OracleDriver</a:t>
            </a:r>
            <a:r>
              <a:rPr lang="en-IN" sz="1600" dirty="0"/>
              <a:t>");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//step2 create  the connection object  </a:t>
            </a:r>
          </a:p>
          <a:p>
            <a:r>
              <a:rPr lang="en-IN" sz="1600" dirty="0"/>
              <a:t>    Connection con=</a:t>
            </a:r>
            <a:r>
              <a:rPr lang="en-IN" sz="1600" dirty="0" err="1"/>
              <a:t>DriverManager.getConnection</a:t>
            </a:r>
            <a:r>
              <a:rPr lang="en-IN" sz="1600" dirty="0"/>
              <a:t>(  </a:t>
            </a:r>
          </a:p>
          <a:p>
            <a:r>
              <a:rPr lang="en-IN" sz="1600" dirty="0"/>
              <a:t>    "</a:t>
            </a:r>
            <a:r>
              <a:rPr lang="en-IN" sz="1600" dirty="0" err="1"/>
              <a:t>jdbc:oracle:thin</a:t>
            </a:r>
            <a:r>
              <a:rPr lang="en-IN" sz="1600" dirty="0"/>
              <a:t>:@localhost:1521:xe","system","system");  </a:t>
            </a:r>
          </a:p>
          <a:p>
            <a:r>
              <a:rPr lang="en-IN" sz="1600" dirty="0"/>
              <a:t>      </a:t>
            </a:r>
          </a:p>
          <a:p>
            <a:r>
              <a:rPr lang="en-IN" sz="1600" dirty="0"/>
              <a:t>    //step3 create the statement object  </a:t>
            </a:r>
          </a:p>
          <a:p>
            <a:r>
              <a:rPr lang="en-IN" sz="1600" dirty="0"/>
              <a:t>    Statement </a:t>
            </a:r>
            <a:r>
              <a:rPr lang="en-IN" sz="1600" dirty="0" err="1"/>
              <a:t>stmt</a:t>
            </a:r>
            <a:r>
              <a:rPr lang="en-IN" sz="1600" dirty="0"/>
              <a:t>=</a:t>
            </a:r>
            <a:r>
              <a:rPr lang="en-IN" sz="1600" dirty="0" err="1"/>
              <a:t>con.createStatement</a:t>
            </a:r>
            <a:r>
              <a:rPr lang="en-IN" sz="1600" dirty="0"/>
              <a:t>();  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FF4251E-165F-3A9A-ECCA-3D0EC2B68752}"/>
              </a:ext>
            </a:extLst>
          </p:cNvPr>
          <p:cNvSpPr txBox="1"/>
          <p:nvPr/>
        </p:nvSpPr>
        <p:spPr>
          <a:xfrm>
            <a:off x="5797685" y="228285"/>
            <a:ext cx="609437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//step4 execute query  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boolean</a:t>
            </a:r>
            <a:r>
              <a:rPr lang="en-IN" sz="1400" dirty="0"/>
              <a:t> b=</a:t>
            </a:r>
            <a:r>
              <a:rPr lang="en-IN" sz="1400" dirty="0" err="1"/>
              <a:t>stmt.execute</a:t>
            </a:r>
            <a:r>
              <a:rPr lang="en-IN" sz="1400" dirty="0"/>
              <a:t>("create table student1(</a:t>
            </a:r>
            <a:r>
              <a:rPr lang="en-IN" sz="1400" dirty="0" err="1"/>
              <a:t>s_id</a:t>
            </a:r>
            <a:r>
              <a:rPr lang="en-IN" sz="1400" dirty="0"/>
              <a:t> number, </a:t>
            </a:r>
            <a:r>
              <a:rPr lang="en-IN" sz="1400" dirty="0" err="1"/>
              <a:t>first_name</a:t>
            </a:r>
            <a:r>
              <a:rPr lang="en-IN" sz="1400" dirty="0"/>
              <a:t> varchar(100),</a:t>
            </a:r>
            <a:r>
              <a:rPr lang="en-IN" sz="1400" dirty="0" err="1"/>
              <a:t>last_name</a:t>
            </a:r>
            <a:r>
              <a:rPr lang="en-IN" sz="1400" dirty="0"/>
              <a:t> varchar(100),marks number)");  </a:t>
            </a:r>
          </a:p>
          <a:p>
            <a:r>
              <a:rPr lang="en-IN" sz="1400" dirty="0"/>
              <a:t>	// insert into table</a:t>
            </a:r>
          </a:p>
          <a:p>
            <a:r>
              <a:rPr lang="en-IN" sz="1400" dirty="0"/>
              <a:t>     int x =</a:t>
            </a:r>
            <a:r>
              <a:rPr lang="en-IN" sz="1400" dirty="0" err="1"/>
              <a:t>stmt.executeUpdate</a:t>
            </a:r>
            <a:r>
              <a:rPr lang="en-IN" sz="1400" dirty="0"/>
              <a:t>("insert into student1 values(1,'abc','def',90)");  </a:t>
            </a:r>
          </a:p>
          <a:p>
            <a:r>
              <a:rPr lang="en-IN" sz="1400" dirty="0"/>
              <a:t>	//  display updated values</a:t>
            </a:r>
          </a:p>
          <a:p>
            <a:r>
              <a:rPr lang="en-IN" sz="1400" dirty="0"/>
              <a:t>	</a:t>
            </a:r>
            <a:r>
              <a:rPr lang="en-IN" sz="1400" dirty="0" err="1"/>
              <a:t>ResultSet</a:t>
            </a:r>
            <a:r>
              <a:rPr lang="en-IN" sz="1400" dirty="0"/>
              <a:t> rs2=</a:t>
            </a:r>
            <a:r>
              <a:rPr lang="en-IN" sz="1400" dirty="0" err="1"/>
              <a:t>stmt.executeQuery</a:t>
            </a:r>
            <a:r>
              <a:rPr lang="en-IN" sz="1400" dirty="0"/>
              <a:t>("select * from student1");  </a:t>
            </a:r>
          </a:p>
          <a:p>
            <a:r>
              <a:rPr lang="en-IN" sz="1400" dirty="0"/>
              <a:t>    while(rs2.next())  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System.out.println</a:t>
            </a:r>
            <a:r>
              <a:rPr lang="en-IN" sz="1400" dirty="0"/>
              <a:t>(rs2.getInt(1)+"  "+rs2.getString(2)+"  "+rs2.getString(3)+ " " </a:t>
            </a:r>
          </a:p>
          <a:p>
            <a:r>
              <a:rPr lang="en-IN" sz="1400" dirty="0"/>
              <a:t>	+rs2.getString(4)); </a:t>
            </a:r>
          </a:p>
          <a:p>
            <a:r>
              <a:rPr lang="en-IN" sz="1400" dirty="0"/>
              <a:t>	</a:t>
            </a:r>
          </a:p>
          <a:p>
            <a:r>
              <a:rPr lang="en-IN" sz="1400" dirty="0"/>
              <a:t>    //step5 close the connection object  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con.close</a:t>
            </a:r>
            <a:r>
              <a:rPr lang="en-IN" sz="1400" dirty="0"/>
              <a:t>();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}catch(Exception e){ </a:t>
            </a:r>
            <a:r>
              <a:rPr lang="en-IN" sz="1400" dirty="0" err="1"/>
              <a:t>System.out.println</a:t>
            </a:r>
            <a:r>
              <a:rPr lang="en-IN" sz="1400" dirty="0"/>
              <a:t>(e);}  </a:t>
            </a:r>
          </a:p>
          <a:p>
            <a:r>
              <a:rPr lang="en-IN" sz="1400" dirty="0"/>
              <a:t>      </a:t>
            </a:r>
          </a:p>
          <a:p>
            <a:r>
              <a:rPr lang="en-IN" sz="1400" dirty="0"/>
              <a:t>    }  </a:t>
            </a:r>
          </a:p>
          <a:p>
            <a:r>
              <a:rPr lang="en-IN" sz="1400" dirty="0"/>
              <a:t>    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922BB39-1435-964D-08FC-8EE477F3B835}"/>
              </a:ext>
            </a:extLst>
          </p:cNvPr>
          <p:cNvSpPr txBox="1"/>
          <p:nvPr/>
        </p:nvSpPr>
        <p:spPr>
          <a:xfrm>
            <a:off x="3041109" y="4628453"/>
            <a:ext cx="6094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C:\java\lab&gt;javac OracleCon3.java</a:t>
            </a:r>
          </a:p>
          <a:p>
            <a:endParaRPr lang="en-IN" dirty="0"/>
          </a:p>
          <a:p>
            <a:r>
              <a:rPr lang="en-IN" dirty="0"/>
              <a:t>C:\java\lab&gt;java OracleCon3</a:t>
            </a:r>
          </a:p>
          <a:p>
            <a:r>
              <a:rPr lang="en-IN" dirty="0"/>
              <a:t>1  </a:t>
            </a:r>
            <a:r>
              <a:rPr lang="en-IN" dirty="0" err="1"/>
              <a:t>abc</a:t>
            </a:r>
            <a:r>
              <a:rPr lang="en-IN" dirty="0"/>
              <a:t>  def 90</a:t>
            </a:r>
          </a:p>
        </p:txBody>
      </p:sp>
    </p:spTree>
    <p:extLst>
      <p:ext uri="{BB962C8B-B14F-4D97-AF65-F5344CB8AC3E}">
        <p14:creationId xmlns:p14="http://schemas.microsoft.com/office/powerpoint/2010/main" xmlns="" val="2442308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1303</Words>
  <Application>Microsoft Office PowerPoint</Application>
  <PresentationFormat>Custom</PresentationFormat>
  <Paragraphs>294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OBJECT ORIENTED PROGRAMMING Database Connectivity with JDBC: </vt:lpstr>
      <vt:lpstr>Java JDBC</vt:lpstr>
      <vt:lpstr>JDBC-ODBC bridge driver</vt:lpstr>
      <vt:lpstr>Native-API driver</vt:lpstr>
      <vt:lpstr>Network Protocol driver</vt:lpstr>
      <vt:lpstr>Thin Driver</vt:lpstr>
      <vt:lpstr>Java Database Connectivity</vt:lpstr>
      <vt:lpstr>Slide 8</vt:lpstr>
      <vt:lpstr>Slide 9</vt:lpstr>
      <vt:lpstr>Java Database Connectivity with Oracle</vt:lpstr>
      <vt:lpstr>Statement interface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Networking with Java</dc:title>
  <dc:creator>ABINASH TRIPATHY</dc:creator>
  <cp:lastModifiedBy>KIIT</cp:lastModifiedBy>
  <cp:revision>14</cp:revision>
  <dcterms:created xsi:type="dcterms:W3CDTF">2023-05-16T04:06:31Z</dcterms:created>
  <dcterms:modified xsi:type="dcterms:W3CDTF">2026-04-09T05:46:10Z</dcterms:modified>
</cp:coreProperties>
</file>